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40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19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31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00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95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49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5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4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571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30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625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9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06" r:id="rId6"/>
    <p:sldLayoutId id="2147483702" r:id="rId7"/>
    <p:sldLayoutId id="2147483703" r:id="rId8"/>
    <p:sldLayoutId id="2147483704" r:id="rId9"/>
    <p:sldLayoutId id="2147483705" r:id="rId10"/>
    <p:sldLayoutId id="214748370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56C5C09-0043-4549-B800-2101B70D6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9B1DF3C-0809-15D2-90E0-571371F5C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556148" cy="397764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5400" dirty="0"/>
              <a:t>Chiffrement RSA avec signature numérique et interface Tkinter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B6686DD-5AC2-6191-722E-1078D2114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5029267"/>
            <a:ext cx="5577839" cy="1316736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fr-FR" sz="2000" dirty="0"/>
              <a:t>Présenté par: </a:t>
            </a:r>
            <a:r>
              <a:rPr lang="fr-FR" sz="2000" b="1" i="0" dirty="0"/>
              <a:t>Anas NHERI</a:t>
            </a:r>
          </a:p>
          <a:p>
            <a:pPr>
              <a:lnSpc>
                <a:spcPct val="100000"/>
              </a:lnSpc>
            </a:pPr>
            <a:endParaRPr lang="fr-FR" sz="2000" dirty="0"/>
          </a:p>
          <a:p>
            <a:pPr>
              <a:lnSpc>
                <a:spcPct val="100000"/>
              </a:lnSpc>
            </a:pPr>
            <a:r>
              <a:rPr lang="fr-FR" sz="2000" dirty="0"/>
              <a:t>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557784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Cadenas transparent">
            <a:extLst>
              <a:ext uri="{FF2B5EF4-FFF2-40B4-BE49-F238E27FC236}">
                <a16:creationId xmlns:a16="http://schemas.microsoft.com/office/drawing/2014/main" id="{66FA1A98-C2A1-DC12-5786-BC030B6858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27" r="37721"/>
          <a:stretch>
            <a:fillRect/>
          </a:stretch>
        </p:blipFill>
        <p:spPr>
          <a:xfrm>
            <a:off x="6213987" y="508090"/>
            <a:ext cx="5451747" cy="5837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5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70D2EE-D30F-68D7-C7A7-92F45BF58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 du projet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E36EFD-C5E1-154D-F053-EA84F3EDA7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1208" y="2675841"/>
            <a:ext cx="11287334" cy="186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Chiffrer</a:t>
            </a:r>
            <a:r>
              <a:rPr kumimoji="0" lang="fr-FR" altLang="fr-F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</a:t>
            </a:r>
            <a:r>
              <a:rPr kumimoji="0" lang="fr-FR" altLang="fr-FR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déchiffrer</a:t>
            </a:r>
            <a:r>
              <a:rPr kumimoji="0" lang="fr-FR" altLang="fr-F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des messages avec RSA.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Garantir </a:t>
            </a:r>
            <a:r>
              <a:rPr kumimoji="0" lang="fr-FR" altLang="fr-FR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l’authenticité</a:t>
            </a:r>
            <a:r>
              <a:rPr kumimoji="0" lang="fr-FR" altLang="fr-F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</a:t>
            </a:r>
            <a:r>
              <a:rPr kumimoji="0" lang="fr-FR" altLang="fr-FR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l’intégrité</a:t>
            </a:r>
            <a:r>
              <a:rPr kumimoji="0" lang="fr-FR" altLang="fr-F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d’un message grâce à </a:t>
            </a:r>
            <a:r>
              <a:rPr kumimoji="0" lang="fr-FR" altLang="fr-FR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signature numérique</a:t>
            </a:r>
            <a:r>
              <a:rPr kumimoji="0" lang="fr-FR" altLang="fr-F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2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Fournir une interface graphique simple avec </a:t>
            </a:r>
            <a:r>
              <a:rPr kumimoji="0" lang="fr-FR" altLang="fr-FR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fr-FR" altLang="fr-FR" sz="2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faciliter l’utilisation.</a:t>
            </a:r>
          </a:p>
        </p:txBody>
      </p:sp>
    </p:spTree>
    <p:extLst>
      <p:ext uri="{BB962C8B-B14F-4D97-AF65-F5344CB8AC3E}">
        <p14:creationId xmlns:p14="http://schemas.microsoft.com/office/powerpoint/2010/main" val="831329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FC86-A7B6-556A-D220-BBFD1428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Algorithme RSA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BFD51F-3A51-B589-92E0-0147FE3CC9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sz="2000" dirty="0"/>
              <a:t>Un des algorithmes de </a:t>
            </a:r>
            <a:r>
              <a:rPr lang="fr-FR" sz="2000" b="1" dirty="0"/>
              <a:t>chiffrement asymétrique </a:t>
            </a:r>
            <a:r>
              <a:rPr lang="fr-FR" sz="2000" dirty="0"/>
              <a:t>les plus connus.</a:t>
            </a:r>
          </a:p>
          <a:p>
            <a:r>
              <a:rPr lang="fr-FR" sz="2000" dirty="0"/>
              <a:t>Il utilise deux clés : une </a:t>
            </a:r>
            <a:r>
              <a:rPr lang="fr-FR" sz="2000" b="1" dirty="0"/>
              <a:t>publique</a:t>
            </a:r>
            <a:r>
              <a:rPr lang="fr-FR" sz="2000" dirty="0"/>
              <a:t> et une </a:t>
            </a:r>
            <a:r>
              <a:rPr lang="fr-FR" sz="2000" b="1" dirty="0"/>
              <a:t>privée</a:t>
            </a:r>
            <a:r>
              <a:rPr lang="fr-FR" sz="2000" dirty="0"/>
              <a:t>.</a:t>
            </a:r>
          </a:p>
          <a:p>
            <a:r>
              <a:rPr lang="fr-FR" sz="2000" dirty="0"/>
              <a:t>Sa sécurité repose sur le fait qu’il est </a:t>
            </a:r>
            <a:r>
              <a:rPr lang="fr-FR" sz="2000" b="1" dirty="0"/>
              <a:t>très difficile de factoriser un grand nombre</a:t>
            </a:r>
            <a:r>
              <a:rPr lang="fr-FR" sz="2000" dirty="0"/>
              <a:t> (le retrouver en deux nombres premiers).</a:t>
            </a:r>
          </a:p>
          <a:p>
            <a:r>
              <a:rPr lang="fr-FR" sz="2000" dirty="0"/>
              <a:t>Sert pour </a:t>
            </a:r>
            <a:r>
              <a:rPr lang="fr-FR" sz="2000" b="1" dirty="0"/>
              <a:t>chiffrer</a:t>
            </a:r>
            <a:r>
              <a:rPr lang="fr-FR" sz="2000" dirty="0"/>
              <a:t>, </a:t>
            </a:r>
            <a:r>
              <a:rPr lang="fr-FR" sz="2000" b="1" dirty="0"/>
              <a:t>signer</a:t>
            </a:r>
            <a:r>
              <a:rPr lang="fr-FR" sz="2000" dirty="0"/>
              <a:t>, et </a:t>
            </a:r>
            <a:r>
              <a:rPr lang="fr-FR" sz="2000" b="1" dirty="0"/>
              <a:t>établir des clés</a:t>
            </a:r>
            <a:r>
              <a:rPr lang="fr-FR" sz="2000" dirty="0"/>
              <a:t> (comme dans HTTPS).</a:t>
            </a:r>
          </a:p>
        </p:txBody>
      </p:sp>
      <p:pic>
        <p:nvPicPr>
          <p:cNvPr id="1026" name="Picture 2" descr="Understanding RSA Asymmetric Encryption: How It Works">
            <a:extLst>
              <a:ext uri="{FF2B5EF4-FFF2-40B4-BE49-F238E27FC236}">
                <a16:creationId xmlns:a16="http://schemas.microsoft.com/office/drawing/2014/main" id="{378489D9-CD33-14FD-6E62-EA869693030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8840" y="2441448"/>
            <a:ext cx="5951952" cy="2792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655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854A36-C69B-4FC0-57F4-E8F217942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Bibliothèques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1DF98CE-A0BF-B837-74C4-DC50EE0EE7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337" y="2200590"/>
            <a:ext cx="11539325" cy="346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409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9C42FE1-9077-6B5C-299B-F80246BDE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Génération des clés RSA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CEC47CC2-BF7C-51F4-7C9E-C747C77B31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9535" y="978407"/>
            <a:ext cx="7851257" cy="523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46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74E41B4-1DAF-EB5E-249F-26E83F418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21580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Chiffrement RSA</a:t>
            </a:r>
            <a:br>
              <a:rPr lang="en-US" dirty="0"/>
            </a:br>
            <a:endParaRPr lang="en-US" sz="3100" b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26AD0A8-9C5F-3D0A-C987-13C058009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9154" y="965741"/>
            <a:ext cx="7551931" cy="5135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DFD194-9E9C-32B4-4E9F-8CC9D5969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Déchiffrement RSA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83DD53CA-EC88-8E64-9846-53D573347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7866" y="1709928"/>
            <a:ext cx="10256267" cy="452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38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DD6F0FD-58DA-5357-9466-8A8893436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Signature numérique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B924077-ED8C-BE87-BD56-AC22D8363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9154" y="965740"/>
            <a:ext cx="7551931" cy="524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889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0888B-4EA5-E0E8-6D52-7733E1E774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300BAD-FF3A-B692-C5C2-094A6524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3397649" cy="33037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Verification de la signature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6B5A8BF-0680-F9A7-27B1-3971EC9347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4367A0D-3541-0517-910A-3292C8F423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8857" y="978407"/>
            <a:ext cx="7752228" cy="523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076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447344-7172-20C8-6DD5-BD0E19544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2583733" cy="1463040"/>
          </a:xfrm>
        </p:spPr>
        <p:txBody>
          <a:bodyPr/>
          <a:lstStyle/>
          <a:p>
            <a:r>
              <a:rPr lang="fr-FR" dirty="0"/>
              <a:t>Interface Tkinter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D03041E-3F69-0CEC-9778-FA58097AC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4941" y="840671"/>
            <a:ext cx="8565851" cy="58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2928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66737219-0126-AFE3-A45F-7DF3C65F09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046" y="275785"/>
            <a:ext cx="8287907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99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71483EAF-048D-3A77-5ED0-746AA2AB5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757" y="275785"/>
            <a:ext cx="8316486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684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72A86FD1-C0B4-5DF6-23E7-849446A93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7757" y="275785"/>
            <a:ext cx="8316486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72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Page web&#10;&#10;Le contenu généré par l’IA peut être incorrect.">
            <a:extLst>
              <a:ext uri="{FF2B5EF4-FFF2-40B4-BE49-F238E27FC236}">
                <a16:creationId xmlns:a16="http://schemas.microsoft.com/office/drawing/2014/main" id="{4355D707-6B60-23DB-A9FE-5433D8632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2520" y="271022"/>
            <a:ext cx="8306959" cy="631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2519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Appareils électroniques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30CB375E-63D7-DA46-F3AE-5AB0DA58B5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810" y="275785"/>
            <a:ext cx="8278380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72130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Ardoise</Template>
  <TotalTime>45</TotalTime>
  <Words>128</Words>
  <Application>Microsoft Office PowerPoint</Application>
  <PresentationFormat>Grand écran</PresentationFormat>
  <Paragraphs>22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8" baseType="lpstr">
      <vt:lpstr>Arial</vt:lpstr>
      <vt:lpstr>Bierstadt</vt:lpstr>
      <vt:lpstr>GestaltVTI</vt:lpstr>
      <vt:lpstr>Chiffrement RSA avec signature numérique et interface Tkinter</vt:lpstr>
      <vt:lpstr>Objectif du projet</vt:lpstr>
      <vt:lpstr>Algorithme RSA</vt:lpstr>
      <vt:lpstr>Les Bibliothèques</vt:lpstr>
      <vt:lpstr>Génération des clés RSA</vt:lpstr>
      <vt:lpstr>Chiffrement RSA </vt:lpstr>
      <vt:lpstr>Déchiffrement RSA</vt:lpstr>
      <vt:lpstr>Signature numérique</vt:lpstr>
      <vt:lpstr>Verification de la signature</vt:lpstr>
      <vt:lpstr>Interface Tkinter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Anas NHERI</dc:creator>
  <cp:lastModifiedBy>Anas NHERI</cp:lastModifiedBy>
  <cp:revision>2</cp:revision>
  <dcterms:created xsi:type="dcterms:W3CDTF">2025-11-21T20:39:35Z</dcterms:created>
  <dcterms:modified xsi:type="dcterms:W3CDTF">2025-11-21T21:25:02Z</dcterms:modified>
</cp:coreProperties>
</file>